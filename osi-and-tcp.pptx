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94660"/>
  </p:normalViewPr>
  <p:slideViewPr>
    <p:cSldViewPr snapToGrid="0">
      <p:cViewPr varScale="1">
        <p:scale>
          <a:sx n="46" d="100"/>
          <a:sy n="46" d="100"/>
        </p:scale>
        <p:origin x="67" y="36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E188FF-4A18-4A1F-9C5F-625DA52E05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3526CA9-AC9F-4F6F-A3C9-1BEC7EAB9D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CE7A3F1-C496-4759-871B-7915D13DF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89DF8-2009-40AB-A10C-0DFBA011A927}" type="datetimeFigureOut">
              <a:rPr lang="ko-KR" altLang="en-US" smtClean="0"/>
              <a:t>2020-07-12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407946F-379D-4CB9-8902-00F553E66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AE154E5-EB88-47B1-AEBF-2DBDF9A24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9E8C3-B4BD-4E32-B25E-043B89215F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45999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FD7E67-A06B-4C5B-9AE7-64F7EF7BA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227F721-640F-4F53-AA01-441E964B66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81B8056-D8CF-436A-9AED-D9411C7E2A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89DF8-2009-40AB-A10C-0DFBA011A927}" type="datetimeFigureOut">
              <a:rPr lang="ko-KR" altLang="en-US" smtClean="0"/>
              <a:t>2020-07-12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2C2964E-6767-418F-9F54-75B33B04E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EDF4F66-ED5C-4730-9201-9761D783C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9E8C3-B4BD-4E32-B25E-043B89215F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06345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9C9724-026C-442A-AF90-07CEBC316F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DABE6E5-89AD-4A8C-AAED-71579779A9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73206F7-EE9D-4A80-A63C-B76A50D158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89DF8-2009-40AB-A10C-0DFBA011A927}" type="datetimeFigureOut">
              <a:rPr lang="ko-KR" altLang="en-US" smtClean="0"/>
              <a:t>2020-07-12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931FA74-C80E-4A89-B68B-332D2DF67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4E72758-E566-4311-8D8A-C06D6614F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9E8C3-B4BD-4E32-B25E-043B89215F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23434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CC2F9D-1D8F-47D9-85C3-C98C28012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BA0AE39-7455-4936-A198-B3FAF2B409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743016B-D341-45A6-8E86-5701184635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CC0F513-A4E1-4D4E-B66A-9ACC9F9751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89DF8-2009-40AB-A10C-0DFBA011A927}" type="datetimeFigureOut">
              <a:rPr lang="ko-KR" altLang="en-US" smtClean="0"/>
              <a:t>2020-07-12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34A0591-9A7C-4EE8-A4EA-FD45524A0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3E9FD8D-F38F-4329-B81F-85220833D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9E8C3-B4BD-4E32-B25E-043B89215F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74087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64160F-D3FF-4F77-9FC3-89206708F9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F3FA8B8-36F7-4810-9220-4280024EF1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8F9A254-8E1B-4E23-8627-D98EB95A09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16C803A-3880-4BCA-8212-41EF606110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39051A1-A21B-4D72-B461-E36140DFB6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02C7774-A382-4ED8-9218-76A6F51D4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89DF8-2009-40AB-A10C-0DFBA011A927}" type="datetimeFigureOut">
              <a:rPr lang="ko-KR" altLang="en-US" smtClean="0"/>
              <a:t>2020-07-12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E5C38F8-2AC3-4C31-98C6-0DD1C5328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104F968-38D8-4F93-8960-052A57791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9E8C3-B4BD-4E32-B25E-043B89215F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11795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388307-4EF4-4085-8511-C480A8C3D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645682D-3256-4BD1-A1B2-F503F69840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89DF8-2009-40AB-A10C-0DFBA011A927}" type="datetimeFigureOut">
              <a:rPr lang="ko-KR" altLang="en-US" smtClean="0"/>
              <a:t>2020-07-12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FCD2673-7105-4A3B-95C8-F9AE61261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E83ABE7-E6CF-4DC6-8886-3FDE0B9FA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9E8C3-B4BD-4E32-B25E-043B89215F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6697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1DEBAB4-ACC3-4F6A-8CD6-E1396377EF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89DF8-2009-40AB-A10C-0DFBA011A927}" type="datetimeFigureOut">
              <a:rPr lang="ko-KR" altLang="en-US" smtClean="0"/>
              <a:t>2020-07-12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ED14C8D-E9CA-421A-A100-7CB91B96C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D351803-06D3-49E9-AE4E-0A2B07CD9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9E8C3-B4BD-4E32-B25E-043B89215F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32028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E553FF-9247-41F3-95D8-DB3CB8DF89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4E5F4F8-BF27-41B1-B4E5-A24206030E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AB11B5F-E1A1-42DB-B56E-B8018A596C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669BB16-023B-4160-BEE5-5984C802B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89DF8-2009-40AB-A10C-0DFBA011A927}" type="datetimeFigureOut">
              <a:rPr lang="ko-KR" altLang="en-US" smtClean="0"/>
              <a:t>2020-07-12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4833FD5-5F7D-4AA0-B9E2-7C1E0985A9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7A2CC0E-9C4B-4291-80C9-067F0EB32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9E8C3-B4BD-4E32-B25E-043B89215F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92314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AED991-3098-440B-BFDA-37D400E47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E7D07BE-60D3-4D69-A519-681DA0573D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DD06718-5D54-45DA-926B-E9A8FF8DD9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BD79F5B-D9AA-407C-AB0E-75D196169E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89DF8-2009-40AB-A10C-0DFBA011A927}" type="datetimeFigureOut">
              <a:rPr lang="ko-KR" altLang="en-US" smtClean="0"/>
              <a:t>2020-07-12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7AB8C5F-C0C3-4CBB-98EF-9236434A80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70D1F4E-C3C8-4B86-B233-52F16447C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9E8C3-B4BD-4E32-B25E-043B89215F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3506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5999FB-D89E-4307-BE84-7294B4AC6C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8C4B804-909F-47EE-814A-E6C1B5BC64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29FED3A-154A-4143-A117-8BA9848958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89DF8-2009-40AB-A10C-0DFBA011A927}" type="datetimeFigureOut">
              <a:rPr lang="ko-KR" altLang="en-US" smtClean="0"/>
              <a:t>2020-07-12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3467791-D8E9-4371-A854-32ADD781A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FA1F60C-9989-4B54-8FA2-D3671FE84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9E8C3-B4BD-4E32-B25E-043B89215F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60936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1DCFD5B-9F62-4C12-A2FE-4F466039B4A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70B2557-EF2B-41B8-AAD0-B4FBE97BA1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0129B43-68DA-48D9-8888-92FE6CDB7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89DF8-2009-40AB-A10C-0DFBA011A927}" type="datetimeFigureOut">
              <a:rPr lang="ko-KR" altLang="en-US" smtClean="0"/>
              <a:t>2020-07-12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3429092-4805-424E-B0C7-638CF8088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C997106-2259-4B93-B15E-0EE6CCA0D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9E8C3-B4BD-4E32-B25E-043B89215F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14081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10B64D0-3CF9-4C3B-A4B9-BCC335C748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12ADA7B-42B8-4456-A85B-96C465C635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9589B9C-3ADE-4712-B590-7DE58B609D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489DF8-2009-40AB-A10C-0DFBA011A927}" type="datetimeFigureOut">
              <a:rPr lang="ko-KR" altLang="en-US" smtClean="0"/>
              <a:t>2020-07-12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68265DD-8840-44F0-BD2C-32F15118B1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19E21C4-F52E-41E2-82AC-78E93F332B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A9E8C3-B4BD-4E32-B25E-043B89215F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4973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CAB5A504-CB84-433A-B719-2618079722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912691"/>
              </p:ext>
            </p:extLst>
          </p:nvPr>
        </p:nvGraphicFramePr>
        <p:xfrm>
          <a:off x="0" y="0"/>
          <a:ext cx="12192000" cy="685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>
                  <a:extLst>
                    <a:ext uri="{9D8B030D-6E8A-4147-A177-3AD203B41FA5}">
                      <a16:colId xmlns:a16="http://schemas.microsoft.com/office/drawing/2014/main" val="1674923353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1324629748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1350394048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294021861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3364177149"/>
                    </a:ext>
                  </a:extLst>
                </a:gridCol>
              </a:tblGrid>
              <a:tr h="857250">
                <a:tc>
                  <a:txBody>
                    <a:bodyPr/>
                    <a:lstStyle/>
                    <a:p>
                      <a:pPr algn="ctr" latinLnBrk="1"/>
                      <a:endParaRPr lang="ko-KR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/>
                        <a:t>OSI </a:t>
                      </a:r>
                      <a:r>
                        <a:rPr lang="ko-KR" altLang="en-US" sz="2400"/>
                        <a:t>모델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/>
                        <a:t>Layer</a:t>
                      </a:r>
                      <a:r>
                        <a:rPr lang="ko-KR" altLang="en-US" sz="2400"/>
                        <a:t> </a:t>
                      </a:r>
                      <a:r>
                        <a:rPr lang="en-US" altLang="ko-KR" sz="2400"/>
                        <a:t>Number</a:t>
                      </a:r>
                      <a:endParaRPr lang="ko-KR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/>
                        <a:t>TCP/IP Layer</a:t>
                      </a:r>
                      <a:endParaRPr lang="ko-KR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/>
                        <a:t>Other protocol</a:t>
                      </a:r>
                      <a:endParaRPr lang="ko-KR" altLang="en-US" sz="2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643750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>
                          <a:solidFill>
                            <a:srgbClr val="FF0000"/>
                          </a:solidFill>
                        </a:rPr>
                        <a:t>Alligator</a:t>
                      </a:r>
                      <a:endParaRPr lang="ko-KR" altLang="en-US" sz="2400" b="1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/>
                        <a:t>Application</a:t>
                      </a:r>
                      <a:endParaRPr lang="ko-KR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/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>
                          <a:solidFill>
                            <a:srgbClr val="FF0000"/>
                          </a:solidFill>
                        </a:rPr>
                        <a:t>HTTP</a:t>
                      </a:r>
                      <a:endParaRPr lang="ko-KR" altLang="en-US" sz="2400" b="1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2400"/>
                        <a:t>SSH, FTP, Telnet, SMTP, POP3</a:t>
                      </a:r>
                      <a:endParaRPr lang="ko-KR" altLang="en-US" sz="2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650485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>
                          <a:solidFill>
                            <a:srgbClr val="FF0000"/>
                          </a:solidFill>
                        </a:rPr>
                        <a:t>Pet</a:t>
                      </a:r>
                      <a:endParaRPr lang="ko-KR" altLang="en-US" sz="2400" b="1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/>
                        <a:t>Presentation</a:t>
                      </a:r>
                      <a:endParaRPr lang="ko-KR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240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2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90940379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>
                          <a:solidFill>
                            <a:srgbClr val="FF0000"/>
                          </a:solidFill>
                        </a:rPr>
                        <a:t>Steve’s</a:t>
                      </a:r>
                      <a:endParaRPr lang="ko-KR" altLang="en-US" sz="2400" b="1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/>
                        <a:t>Session</a:t>
                      </a:r>
                      <a:endParaRPr lang="ko-KR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240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2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78967579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>
                          <a:solidFill>
                            <a:srgbClr val="FF0000"/>
                          </a:solidFill>
                        </a:rPr>
                        <a:t>Touch</a:t>
                      </a:r>
                      <a:endParaRPr lang="ko-KR" altLang="en-US" sz="2400" b="1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/>
                        <a:t>Transport</a:t>
                      </a:r>
                      <a:endParaRPr lang="ko-KR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>
                          <a:solidFill>
                            <a:srgbClr val="FF0000"/>
                          </a:solidFill>
                        </a:rPr>
                        <a:t>TCP</a:t>
                      </a:r>
                      <a:endParaRPr lang="ko-KR" altLang="en-US" sz="2400" b="1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/>
                        <a:t>UDP, SCTP</a:t>
                      </a:r>
                      <a:endParaRPr lang="ko-KR" altLang="en-US" sz="2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6132060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>
                          <a:solidFill>
                            <a:srgbClr val="FF0000"/>
                          </a:solidFill>
                        </a:rPr>
                        <a:t>Not</a:t>
                      </a:r>
                      <a:endParaRPr lang="ko-KR" altLang="en-US" sz="2400" b="1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/>
                        <a:t>Network</a:t>
                      </a:r>
                      <a:endParaRPr lang="ko-KR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>
                          <a:solidFill>
                            <a:srgbClr val="FF0000"/>
                          </a:solidFill>
                        </a:rPr>
                        <a:t>IP</a:t>
                      </a:r>
                      <a:endParaRPr lang="ko-KR" altLang="en-US" sz="2400" b="1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/>
                        <a:t>IPv6, ARP</a:t>
                      </a:r>
                      <a:endParaRPr lang="ko-KR" altLang="en-US" sz="2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72581322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>
                          <a:solidFill>
                            <a:srgbClr val="FF0000"/>
                          </a:solidFill>
                        </a:rPr>
                        <a:t>Do</a:t>
                      </a:r>
                      <a:endParaRPr lang="ko-KR" altLang="en-US" sz="2400" b="1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/>
                        <a:t>Data Link</a:t>
                      </a:r>
                      <a:endParaRPr lang="ko-KR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>
                          <a:solidFill>
                            <a:srgbClr val="FF0000"/>
                          </a:solidFill>
                        </a:rPr>
                        <a:t>Ethernet</a:t>
                      </a:r>
                      <a:endParaRPr lang="ko-KR" altLang="en-US" sz="2400" b="1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/>
                        <a:t>HDLC, Frame Relay</a:t>
                      </a:r>
                      <a:endParaRPr lang="ko-KR" altLang="en-US" sz="2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94654746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>
                          <a:solidFill>
                            <a:srgbClr val="FF0000"/>
                          </a:solidFill>
                        </a:rPr>
                        <a:t>Please</a:t>
                      </a:r>
                      <a:endParaRPr lang="ko-KR" altLang="en-US" sz="2400" b="1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/>
                        <a:t>Physical</a:t>
                      </a:r>
                      <a:endParaRPr lang="ko-KR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143336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825307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48</Words>
  <Application>Microsoft Office PowerPoint</Application>
  <PresentationFormat>와이드스크린</PresentationFormat>
  <Paragraphs>26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GoldBigDragon</dc:creator>
  <cp:lastModifiedBy>GoldBigDragon</cp:lastModifiedBy>
  <cp:revision>5</cp:revision>
  <dcterms:created xsi:type="dcterms:W3CDTF">2020-07-12T11:03:03Z</dcterms:created>
  <dcterms:modified xsi:type="dcterms:W3CDTF">2020-07-12T11:44:28Z</dcterms:modified>
</cp:coreProperties>
</file>